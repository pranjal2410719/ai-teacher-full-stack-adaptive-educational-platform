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 Mention that balancing guarantees O(log N)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Structures: Trees and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Binary Trees</a:t>
            </a:r>
          </a:p>
          <a:p>
            <a:r>
              <a:t>AVL Trees</a:t>
            </a:r>
          </a:p>
          <a:p>
            <a:r>
              <a:t>Red-Black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Traversal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Breadth-First Search (BFS) uses a Queue.</a:t>
            </a:r>
          </a:p>
          <a:p>
            <a:r>
              <a:t>Depth-First Search (DFS) uses a Stack.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