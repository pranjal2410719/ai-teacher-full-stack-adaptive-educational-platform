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Cell Biology: Structure and Function of Eukaryotic Organelles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High School &amp; AP Biology | Comprehensive Organelle Breakdown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1. Plasma Membrane and the Nucleus</a:t>
            </a:r>
          </a:p>
          <a:p>
            <a:pPr>
              <a:defRPr sz="1400"/>
            </a:pPr>
            <a:r>
              <a:t>• Plasma Membrane: Phospholipid bilayer with embedded transport proteins, cholesterol, and glycoproteins following the fluid mosaic model. Regulates selective permeability (homeostasis).</a:t>
            </a:r>
          </a:p>
          <a:p>
            <a:pPr>
              <a:defRPr sz="1400"/>
            </a:pPr>
            <a:r>
              <a:t>• Nucleus: Houses genomic DNA organized into chromatin. Enclosed by double nuclear membrane with nuclear pores.</a:t>
            </a:r>
          </a:p>
          <a:p>
            <a:pPr>
              <a:defRPr sz="1400"/>
            </a:pPr>
            <a:r>
              <a:t>• Nucleolus: Dense subnuclear region responsible for ribosomal RNA (rRNA) transcription and ribosome subunit assembly.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2. Mitochondria: Cellular Respiration and ATP</a:t>
            </a:r>
          </a:p>
          <a:p>
            <a:pPr>
              <a:defRPr sz="1400"/>
            </a:pPr>
            <a:r>
              <a:t>• Structure: Outer membrane, intermembrane space, highly folded inner membrane (cristae), and mitochondrial matrix.</a:t>
            </a:r>
          </a:p>
          <a:p>
            <a:pPr>
              <a:defRPr sz="1400"/>
            </a:pPr>
            <a:r>
              <a:t>• Function: Site of Krebs cycle (matrix) and Oxidative Phosphorylation / Electron Transport Chain (cristae).</a:t>
            </a:r>
          </a:p>
          <a:p>
            <a:pPr>
              <a:defRPr sz="1400"/>
            </a:pPr>
            <a:r>
              <a:t>• Endosymbiotic Theory: Mitochondria contain circular DNA and 70S ribosomes, indicating ancestral bacterial origin.</a:t>
            </a:r>
          </a:p>
          <a:p>
            <a:pPr>
              <a:defRPr sz="1400"/>
            </a:pPr>
            <a:r>
              <a:t>• ATP Output: Generates ~30-32 ATP molecules per glucose molecule through aerobic respiration.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3. Distinct Structures: Plant vs Animal Cells</a:t>
            </a:r>
          </a:p>
          <a:p>
            <a:pPr>
              <a:defRPr sz="1400"/>
            </a:pPr>
            <a:r>
              <a:t>• Chloroplasts: Thylakoid stacks (grana) containing chlorophyll for photosynthesis (light &amp; dark reactions) in plant cells.</a:t>
            </a:r>
          </a:p>
          <a:p>
            <a:pPr>
              <a:defRPr sz="1400"/>
            </a:pPr>
            <a:r>
              <a:t>• Cell Wall: Rigid outer cellulose matrix in plant cells providing turgor pressure and structural support.</a:t>
            </a:r>
          </a:p>
          <a:p>
            <a:pPr>
              <a:defRPr sz="1400"/>
            </a:pPr>
            <a:r>
              <a:t>• Central Vacuole: Large plant organelle for water storage, osmotic balance, and waste degradation.</a:t>
            </a:r>
          </a:p>
          <a:p>
            <a:pPr>
              <a:defRPr sz="1400"/>
            </a:pPr>
            <a:r>
              <a:t>• Lysosomes &amp; Centrosomes: Predominantly active in animal cells for autophagy and mitotic spindle 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