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backprop uses chain rule for gradient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Neural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Perceptrons</a:t>
            </a:r>
          </a:p>
          <a:p>
            <a:r>
              <a:t>Activation Functions</a:t>
            </a:r>
          </a:p>
          <a:p>
            <a:r>
              <a:t>Backpropagation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ReLU: max(0, x)</a:t>
            </a:r>
          </a:p>
          <a:p>
            <a:r>
              <a:t>Sigmoid: 1 / (1 + e^-x)</a:t>
            </a:r>
          </a:p>
          <a:p>
            <a:r>
              <a:t>Softmax: normalized exponential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