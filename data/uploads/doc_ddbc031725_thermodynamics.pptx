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Crucial exam tip: Emphasize that entropy of an isolated system always increases in irreversible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Thermodynamics Laws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Law: Conservation of Energy.</a:t>
            </a:r>
          </a:p>
          <a:p>
            <a:r>
              <a:t>Second Law: Entropy Increase.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